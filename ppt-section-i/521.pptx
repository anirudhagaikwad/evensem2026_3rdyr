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| Data Mining and Analytics (21CSE355T)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3840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3840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840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4389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6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Data Preprocessing?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and most critical step in data mining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raw data into clean, usable format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high-quality input for algorithms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66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Garbage In, Garbage Out scenarios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1645920"/>
            <a:ext cx="301752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0116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6692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data science work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preprocessing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6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Data Preprocessing is Required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Problems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Incomplete data from multiple sources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Inconsistent formats and values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Noisy data with errors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Duplicate and redundant records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Solutions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 missing values systematically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 data formats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and smooth noisy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algorithm performance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Clean data significantly improves mining accuracy and prevents misleading patterns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6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Major Tasks in Data Preprocessing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155448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Cleaning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Corrects errors, fills missing values, smooths noisy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15544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600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Integration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multiple sources into consistent dataset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840480" cy="155448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Transformation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data into suitable forms for algorithms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291840"/>
            <a:ext cx="3840480" cy="1554480"/>
          </a:xfrm>
          <a:prstGeom prst="rect">
            <a:avLst/>
          </a:prstGeom>
          <a:solidFill>
            <a:srgbClr val="FFFFFF"/>
          </a:solidFill>
          <a:ln w="38100">
            <a:solidFill>
              <a:srgbClr val="0146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3520440"/>
            <a:ext cx="457200" cy="457200"/>
          </a:xfrm>
          <a:prstGeom prst="ellipse">
            <a:avLst/>
          </a:prstGeom>
          <a:solidFill>
            <a:srgbClr val="01464D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Data Reduction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4069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volume while preserving significance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6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Cleaning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and correcting incomplete, incorrect, and inconsistent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848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using mean, median, mode, or predictive methods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Data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1363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using binning, regression, or clustering approaches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🗑️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&amp; Inconsistencies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41879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 records and standardize formats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6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Integration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data from multiple heterogeneous sources into unified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Conflicts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848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different attribute names, formats, units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Identification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1363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records referring to same real-world object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Removal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41879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redundant attributes and tuples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6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Transformation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data into suitable forms for mining algorithms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numeric data to common range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3840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77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Discretization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continuous to categorical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40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∑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data at higher level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3840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7784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Construction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meaningful attributes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0146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46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Reduction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data volume while preserving analytical significance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1464D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029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irrelevant/redundant attributes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1464D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Numerosity Reduction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9443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sampling, clustering, histograms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146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Compression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858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data more efficiently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1737360"/>
            <a:ext cx="320040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Faster processing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Lower storage costs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Better scalability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Improved accuracy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4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21031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920240" y="21031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is the foundation of successful analytics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8346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preprocessing → Accurate, reliable patterns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35661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invested in preprocessing pays off in model performance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</dc:title>
  <dc:subject>Unit 1 - Data Mining and Analytics</dc:subject>
  <dc:creator>Data Mining &amp; Analytics</dc:creator>
  <cp:lastModifiedBy>Data Mining &amp; Analytics</cp:lastModifiedBy>
  <cp:revision>1</cp:revision>
  <dcterms:created xsi:type="dcterms:W3CDTF">2026-02-02T08:16:09Z</dcterms:created>
  <dcterms:modified xsi:type="dcterms:W3CDTF">2026-02-02T08:16:09Z</dcterms:modified>
</cp:coreProperties>
</file>