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Patterns in Data Mining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86000" y="3200400"/>
            <a:ext cx="4572000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3200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Raman Mishra
</a:t>
            </a:r>
            <a:pPr algn="ctr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RA2311003030538
</a:t>
            </a:r>
            <a:pPr algn="ctr" indent="0" marL="0">
              <a:buNone/>
            </a:pPr>
            <a:r>
              <a:rPr lang="en-US" sz="14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CORE - 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Pattern in Data Mining?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meaningful relationship, trend, or structure found in data that helps in understanding and decision-making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Simple Words: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9260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are hidden rules or regularities in large datasets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reveal insights that are not obvious at first glance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has no meaning without identifying patterns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8046720" cy="640080"/>
          </a:xfrm>
          <a:prstGeom prst="rect">
            <a:avLst/>
          </a:prstGeom>
          <a:solidFill>
            <a:srgbClr val="4A90E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72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Example: Students who attend classes regularly score higher marks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8288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Properties of Interesting Patterns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already known or obvious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6928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in prediction or decisions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4A90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✓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new, unseen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384048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3246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Understandable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3749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interpret and explain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80467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72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are important because raw data has no meaning without them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 Types of Patterns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existing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labels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29260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Clustering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29260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Association Rules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3200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Patterns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future or unknown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using labels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0" y="3017520"/>
            <a:ext cx="29260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3657600"/>
            <a:ext cx="292608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Regression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8288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Classification Pattern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0" y="457200"/>
            <a:ext cx="164592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data objects to predefined classes using labeled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657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Predictive pattern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Supervised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Uses labeled training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4023360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→ Spam / Not Spam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→ Disease / Healthy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prediction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diagnosis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approval decisions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438912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828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Clustering Pattern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675120" y="457200"/>
            <a:ext cx="18288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similar data objects into clusters without predefined labels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657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Descriptive pattern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Unsupervised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predefined labels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402336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customers by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behavior patterns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in marketing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compression and analysis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grouping and organization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43891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preprocessing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82880" cy="548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Association Rule Pattern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675120" y="457200"/>
            <a:ext cx="18288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0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relationships between items that occur together frequently in transactions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6400800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194560"/>
            <a:ext cx="128016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1945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128016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945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Applications: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basket analysis in retail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402336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recommendation systems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Cross-selling strategies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457200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4572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usage mining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Other Important Patterns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9C27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Pattern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frequent sequences of events in time-ordered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7498080" cy="457200"/>
          </a:xfrm>
          <a:prstGeom prst="rect">
            <a:avLst/>
          </a:prstGeom>
          <a:solidFill>
            <a:srgbClr val="E1BEE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Laptop → Mouse → Antivirus     |     E-commerce, user behavior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5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91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/ Anomaly Pattern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data objects that deviate significantly from normal behavior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7498080" cy="457200"/>
          </a:xfrm>
          <a:prstGeom prst="rect">
            <a:avLst/>
          </a:prstGeom>
          <a:solidFill>
            <a:srgbClr val="FFCCB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14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Sudden large bank transaction     |     Fraud detection, network security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18288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 (Regression) Pattern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0" y="457200"/>
            <a:ext cx="164592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continuous numeric values based on historical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657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Predictive pattern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Supervised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Continuous output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4023360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price prediction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House price estimation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Temperature forecasting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forecasting and trend analysis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and climate prediction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and estimation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438912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 in supply chain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 of Pattern Types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→ Predict class labels (Supervised)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→ Group similar data (Unsupervised)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→ Find item relationships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474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→ Find event sequences over time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→ Detect abnormal data points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45720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45720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→ Estimate continuous values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Patterns in Data Mining</dc:title>
  <dc:subject>Data Mining and Analytics</dc:subject>
  <dc:creator>Raman Mishra</dc:creator>
  <cp:lastModifiedBy>Raman Mishra</cp:lastModifiedBy>
  <cp:revision>1</cp:revision>
  <dcterms:created xsi:type="dcterms:W3CDTF">2026-02-02T09:39:15Z</dcterms:created>
  <dcterms:modified xsi:type="dcterms:W3CDTF">2026-02-02T09:39:15Z</dcterms:modified>
</cp:coreProperties>
</file>